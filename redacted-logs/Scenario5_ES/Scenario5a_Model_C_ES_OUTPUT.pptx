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474720"/>
            <a:ext cx="3200400" cy="16459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749040"/>
            <a:ext cx="2286000" cy="1097280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ANTE LA JUNTA DIRECTIVA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Maestro de Logística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Cadena de Suministro Global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Estratégica y Decisión de Ejecución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8229600" cy="18288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Enterprise Holdings, LLC  |  Global Forwarding Solutions, Inc.  |  Octubre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ESTRATÉGICO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Enterprise Holdings ha identificado a Global Forwarding Solutions como el socio logístico óptimo para sostener nuestra expansión de cadena de suministro global durante los próximos cinco años.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Presencia Global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activa en más de 60 países con capacidades multimodales integradas — marítimo, terrestre y aéreo.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92024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Tecnológica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54203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enrutamiento patentados con visibilidad en tiempo real y optimización predictiva de inventarios.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2024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Historial Comprobado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54203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15 años de experiencia en logística internacional con clientes Fortune 500.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Vigencia: 14 de octubre de 2025  |  Plazo: 5 años  |  Jurisdicción: Estado de Delaware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VENTAJAS ESTRATÉGICAS CLAVE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0292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0020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Eficiencia de Costos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Tarificación de Nivel 4 con mecanismo de ajuste anual limitado al 3% (IPC), ofreciendo estabilidad y previsibilidad presupuestaria a largo plazo.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0292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60020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2070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Cobertura y Resiliencia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600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global con cobertura multimodal robusta. Estándares ambientales Nivel 1 garantizan cumplimiento regulatorio en todos los mercados de operación.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50292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52044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272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Protección Contractual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20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seguro de $17M total (Responsabilidad General $5M, Carga $10M, Profesional $2M). Propiedad intelectual y datos estratégicos permanecen exclusivamente del Cliente.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17520"/>
            <a:ext cx="50292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52044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31272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Agilidad Operativa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520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modular de SOW permite adaptación dinámica a cambios del mercado. Escalamiento ejecutivo para resolución rápida de disputas operativas.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Revisado y aprobado por el equipo legal y el CEO previo a esta presentación.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Y GOBIERNO CONTRACTUAL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69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años con prórroga automática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02336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TERMINACIÓN POR CONVENIENCIA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" y="2313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días de preaviso escrito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TERMINACIÓN POR INCUMPLIMIENTO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para subsanar tras notificación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02336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8620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TARIFAS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" y="4233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3% anual (referenciado al IPC)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2336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00584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069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19472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días netos sobre facturas no disputadas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402336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96596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19472" y="2313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auditoría anual de instalaciones y registros financieros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02336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2608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 BRECHA DE DATOS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19472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horas desde el descubrimiento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023360" cy="804672"/>
          </a:xfrm>
          <a:prstGeom prst="rect">
            <a:avLst/>
          </a:prstGeom>
          <a:solidFill>
            <a:srgbClr val="1A2F5E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88620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APLICABLE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19472" y="4233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Delaware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Maestro + SOW modulares  |  Orden de precedencia definido en Sección 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 REQUERIDA Y PRÓXIMOS PASOS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LA JUNTA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la ejecución del Contrato Maestro de Logística con Global Forwarding Solutions, Inc., con fecha de vigencia 14 de octubre de 2025.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34747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23225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0640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06640" y="2322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06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770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Contrato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770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Asesor Legal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2770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841248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95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209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primer SOW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209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Operaciones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3209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7530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484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6484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sistemas y onboarding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648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/ Cadena de Suministro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3648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días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14216"/>
            <a:ext cx="8412480" cy="402336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873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087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revisión de desempeño (KPIs)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4087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Gestión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4087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días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legal completado. Aprobado por CEO y Asesor Legal previo a esta presentación.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Contrato Maestro de Logística – Aprobación Ejecutiva</dc:title>
  <dc:subject>PptxGenJS Presentation</dc:subject>
  <dc:creator>PptxGenJS</dc:creator>
  <cp:lastModifiedBy>PptxGenJS</cp:lastModifiedBy>
  <cp:revision>1</cp:revision>
  <dcterms:created xsi:type="dcterms:W3CDTF">2026-03-08T02:52:30Z</dcterms:created>
  <dcterms:modified xsi:type="dcterms:W3CDTF">2026-03-08T02:52:30Z</dcterms:modified>
</cp:coreProperties>
</file>